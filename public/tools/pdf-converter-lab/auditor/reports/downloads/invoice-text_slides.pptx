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619695" cy="10159898"/>
  <p:notesSz cx="10159898" cy="7619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19695" cy="10159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invoice-text.pdf</dc:title>
  <dc:subject>Browser PDF to PowerPoint conversion</dc:subject>
  <dc:creator>Vendora PDF Toolkit</dc:creator>
  <cp:lastModifiedBy>Vendora PDF Toolkit</cp:lastModifiedBy>
  <cp:revision>1</cp:revision>
  <dcterms:created xsi:type="dcterms:W3CDTF">2026-05-24T16:29:38Z</dcterms:created>
  <dcterms:modified xsi:type="dcterms:W3CDTF">2026-05-24T16:29:38Z</dcterms:modified>
</cp:coreProperties>
</file>